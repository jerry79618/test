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5"/>
  </p:sldMasterIdLst>
  <p:notesMasterIdLst>
    <p:notesMasterId r:id="rId9"/>
  </p:notesMasterIdLst>
  <p:handoutMasterIdLst>
    <p:handoutMasterId r:id="rId10"/>
  </p:handoutMasterIdLst>
  <p:sldIdLst>
    <p:sldId id="9866" r:id="rId6"/>
    <p:sldId id="9874" r:id="rId7"/>
    <p:sldId id="9726" r:id="rId8"/>
  </p:sldIdLst>
  <p:sldSz cx="12192000" cy="6858000"/>
  <p:notesSz cx="6858000" cy="9945688"/>
  <p:custDataLst>
    <p:tags r:id="rId11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81" userDrawn="1">
          <p15:clr>
            <a:srgbClr val="A4A3A4"/>
          </p15:clr>
        </p15:guide>
        <p15:guide id="26" orient="horz" pos="2364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8" pos="7413" userDrawn="1">
          <p15:clr>
            <a:srgbClr val="A4A3A4"/>
          </p15:clr>
        </p15:guide>
        <p15:guide id="29" pos="212" userDrawn="1">
          <p15:clr>
            <a:srgbClr val="A4A3A4"/>
          </p15:clr>
        </p15:guide>
        <p15:guide id="30" orient="horz" pos="527" userDrawn="1">
          <p15:clr>
            <a:srgbClr val="A4A3A4"/>
          </p15:clr>
        </p15:guide>
        <p15:guide id="31" pos="2473" userDrawn="1">
          <p15:clr>
            <a:srgbClr val="A4A3A4"/>
          </p15:clr>
        </p15:guide>
        <p15:guide id="32" pos="1440" userDrawn="1">
          <p15:clr>
            <a:srgbClr val="A4A3A4"/>
          </p15:clr>
        </p15:guide>
        <p15:guide id="33" pos="406" userDrawn="1">
          <p15:clr>
            <a:srgbClr val="A4A3A4"/>
          </p15:clr>
        </p15:guide>
        <p15:guide id="34" pos="1802" userDrawn="1">
          <p15:clr>
            <a:srgbClr val="A4A3A4"/>
          </p15:clr>
        </p15:guide>
        <p15:guide id="35" pos="714" userDrawn="1">
          <p15:clr>
            <a:srgbClr val="A4A3A4"/>
          </p15:clr>
        </p15:guide>
        <p15:guide id="36" orient="horz" pos="754" userDrawn="1">
          <p15:clr>
            <a:srgbClr val="A4A3A4"/>
          </p15:clr>
        </p15:guide>
        <p15:guide id="37" pos="5097" userDrawn="1">
          <p15:clr>
            <a:srgbClr val="A4A3A4"/>
          </p15:clr>
        </p15:guide>
        <p15:guide id="38" pos="6129" userDrawn="1">
          <p15:clr>
            <a:srgbClr val="A4A3A4"/>
          </p15:clr>
        </p15:guide>
        <p15:guide id="39" pos="6854" userDrawn="1">
          <p15:clr>
            <a:srgbClr val="A4A3A4"/>
          </p15:clr>
        </p15:guide>
        <p15:guide id="40" pos="1356" userDrawn="1">
          <p15:clr>
            <a:srgbClr val="A4A3A4"/>
          </p15:clr>
        </p15:guide>
        <p15:guide id="41" pos="70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 userDrawn="1">
          <p15:clr>
            <a:srgbClr val="A4A3A4"/>
          </p15:clr>
        </p15:guide>
        <p15:guide id="2" pos="2116" userDrawn="1">
          <p15:clr>
            <a:srgbClr val="A4A3A4"/>
          </p15:clr>
        </p15:guide>
        <p15:guide id="3" orient="horz" pos="3133" userDrawn="1">
          <p15:clr>
            <a:srgbClr val="A4A3A4"/>
          </p15:clr>
        </p15:guide>
        <p15:guide id="4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um Cheol Shin" initials="KCS" lastIdx="2" clrIdx="0">
    <p:extLst>
      <p:ext uri="{19B8F6BF-5375-455C-9EA6-DF929625EA0E}">
        <p15:presenceInfo xmlns:p15="http://schemas.microsoft.com/office/powerpoint/2012/main" userId="S-1-5-21-3190493677-272540594-4000629471-184410" providerId="AD"/>
      </p:ext>
    </p:extLst>
  </p:cmAuthor>
  <p:cmAuthor id="2" name="Serge Chien" initials="SC" lastIdx="1" clrIdx="1">
    <p:extLst>
      <p:ext uri="{19B8F6BF-5375-455C-9EA6-DF929625EA0E}">
        <p15:presenceInfo xmlns:p15="http://schemas.microsoft.com/office/powerpoint/2012/main" userId="S-1-5-21-3190493677-272540594-4000629471-5368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73E"/>
    <a:srgbClr val="0070C0"/>
    <a:srgbClr val="FFFF00"/>
    <a:srgbClr val="444444"/>
    <a:srgbClr val="FFFFFF"/>
    <a:srgbClr val="FFCCCC"/>
    <a:srgbClr val="FFFFCC"/>
    <a:srgbClr val="FFFFE1"/>
    <a:srgbClr val="D9F3FF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70" autoAdjust="0"/>
    <p:restoredTop sz="93971" autoAdjust="0"/>
  </p:normalViewPr>
  <p:slideViewPr>
    <p:cSldViewPr snapToObjects="1" showGuides="1">
      <p:cViewPr varScale="1">
        <p:scale>
          <a:sx n="107" d="100"/>
          <a:sy n="107" d="100"/>
        </p:scale>
        <p:origin x="336" y="102"/>
      </p:cViewPr>
      <p:guideLst>
        <p:guide orient="horz" pos="981"/>
        <p:guide orient="horz" pos="2364"/>
        <p:guide pos="3840"/>
        <p:guide pos="7413"/>
        <p:guide pos="212"/>
        <p:guide orient="horz" pos="527"/>
        <p:guide pos="2473"/>
        <p:guide pos="1440"/>
        <p:guide pos="406"/>
        <p:guide pos="1802"/>
        <p:guide pos="714"/>
        <p:guide orient="horz" pos="754"/>
        <p:guide pos="5097"/>
        <p:guide pos="6129"/>
        <p:guide pos="6854"/>
        <p:guide pos="1356"/>
        <p:guide pos="7050"/>
      </p:guideLst>
    </p:cSldViewPr>
  </p:slideViewPr>
  <p:outlineViewPr>
    <p:cViewPr>
      <p:scale>
        <a:sx n="33" d="100"/>
        <a:sy n="33" d="100"/>
      </p:scale>
      <p:origin x="0" y="-1846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Objects="1">
      <p:cViewPr varScale="1">
        <p:scale>
          <a:sx n="48" d="100"/>
          <a:sy n="48" d="100"/>
        </p:scale>
        <p:origin x="2752" y="36"/>
      </p:cViewPr>
      <p:guideLst>
        <p:guide orient="horz" pos="3122"/>
        <p:guide pos="2116"/>
        <p:guide orient="horz" pos="3133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72547" cy="497284"/>
          </a:xfrm>
          <a:prstGeom prst="rect">
            <a:avLst/>
          </a:prstGeom>
        </p:spPr>
        <p:txBody>
          <a:bodyPr vert="horz" lIns="92704" tIns="46352" rIns="92704" bIns="463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3853" y="4"/>
            <a:ext cx="2972547" cy="497284"/>
          </a:xfrm>
          <a:prstGeom prst="rect">
            <a:avLst/>
          </a:prstGeom>
        </p:spPr>
        <p:txBody>
          <a:bodyPr vert="horz" lIns="92704" tIns="46352" rIns="92704" bIns="46352" rtlCol="0"/>
          <a:lstStyle>
            <a:lvl1pPr algn="r">
              <a:defRPr sz="1200"/>
            </a:lvl1pPr>
          </a:lstStyle>
          <a:p>
            <a:fld id="{60CFB248-7E3C-4257-8402-90083591C225}" type="datetimeFigureOut">
              <a:rPr lang="ko-KR" altLang="en-US" smtClean="0"/>
              <a:pPr/>
              <a:t>2026-05-29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6808"/>
            <a:ext cx="2972547" cy="497284"/>
          </a:xfrm>
          <a:prstGeom prst="rect">
            <a:avLst/>
          </a:prstGeom>
        </p:spPr>
        <p:txBody>
          <a:bodyPr vert="horz" lIns="92704" tIns="46352" rIns="92704" bIns="463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3853" y="9446808"/>
            <a:ext cx="2972547" cy="497284"/>
          </a:xfrm>
          <a:prstGeom prst="rect">
            <a:avLst/>
          </a:prstGeom>
        </p:spPr>
        <p:txBody>
          <a:bodyPr vert="horz" lIns="92704" tIns="46352" rIns="92704" bIns="46352" rtlCol="0" anchor="b"/>
          <a:lstStyle>
            <a:lvl1pPr algn="r">
              <a:defRPr sz="1200"/>
            </a:lvl1pPr>
          </a:lstStyle>
          <a:p>
            <a:fld id="{A3166954-21EC-4866-BFB6-F3AF93DE78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05247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71800" cy="497284"/>
          </a:xfrm>
          <a:prstGeom prst="rect">
            <a:avLst/>
          </a:prstGeom>
        </p:spPr>
        <p:txBody>
          <a:bodyPr vert="horz" lIns="92704" tIns="46352" rIns="92704" bIns="463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5" y="4"/>
            <a:ext cx="2971800" cy="497284"/>
          </a:xfrm>
          <a:prstGeom prst="rect">
            <a:avLst/>
          </a:prstGeom>
        </p:spPr>
        <p:txBody>
          <a:bodyPr vert="horz" lIns="92704" tIns="46352" rIns="92704" bIns="46352" rtlCol="0"/>
          <a:lstStyle>
            <a:lvl1pPr algn="r">
              <a:defRPr sz="1200"/>
            </a:lvl1pPr>
          </a:lstStyle>
          <a:p>
            <a:fld id="{B1CF2F71-CB9E-44FF-BFD3-47906994D720}" type="datetimeFigureOut">
              <a:rPr lang="ko-KR" altLang="en-US" smtClean="0"/>
              <a:pPr/>
              <a:t>2026-05-29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04" tIns="46352" rIns="92704" bIns="46352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724204"/>
            <a:ext cx="5486400" cy="4475559"/>
          </a:xfrm>
          <a:prstGeom prst="rect">
            <a:avLst/>
          </a:prstGeom>
        </p:spPr>
        <p:txBody>
          <a:bodyPr vert="horz" lIns="92704" tIns="46352" rIns="92704" bIns="46352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6679"/>
            <a:ext cx="2971800" cy="497284"/>
          </a:xfrm>
          <a:prstGeom prst="rect">
            <a:avLst/>
          </a:prstGeom>
        </p:spPr>
        <p:txBody>
          <a:bodyPr vert="horz" lIns="92704" tIns="46352" rIns="92704" bIns="463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5" y="9446679"/>
            <a:ext cx="2971800" cy="497284"/>
          </a:xfrm>
          <a:prstGeom prst="rect">
            <a:avLst/>
          </a:prstGeom>
        </p:spPr>
        <p:txBody>
          <a:bodyPr vert="horz" lIns="92704" tIns="46352" rIns="92704" bIns="46352" rtlCol="0" anchor="b"/>
          <a:lstStyle>
            <a:lvl1pPr algn="r">
              <a:defRPr sz="1200"/>
            </a:lvl1pPr>
          </a:lstStyle>
          <a:p>
            <a:fld id="{0ECF3EB9-7813-4B8B-A5A1-AE86C4BDD1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038821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63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F80C7E6-C1B9-43D2-908D-D6D9E2F6B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205" y="6357605"/>
            <a:ext cx="1541216" cy="38376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662744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335713" y="408260"/>
            <a:ext cx="11520577" cy="320441"/>
          </a:xfrm>
          <a:prstGeom prst="rect">
            <a:avLst/>
          </a:prstGeom>
        </p:spPr>
        <p:txBody>
          <a:bodyPr wrap="square" lIns="36000" tIns="0" rIns="36000" bIns="0" anchor="ctr">
            <a:noAutofit/>
          </a:bodyPr>
          <a:lstStyle>
            <a:lvl1pPr>
              <a:defRPr lang="ko-KR" altLang="en-US" sz="2800" kern="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C973E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pPr marL="0" lvl="0" defTabSz="1125444" latinLnBrk="0"/>
            <a:r>
              <a:rPr lang="en-US" altLang="ko-KR" dirty="0"/>
              <a:t>Click to edit Master title style </a:t>
            </a:r>
            <a:endParaRPr lang="ko-KR" altLang="en-US" dirty="0"/>
          </a:p>
        </p:txBody>
      </p:sp>
      <p:cxnSp>
        <p:nvCxnSpPr>
          <p:cNvPr id="3" name="Straight Connector 2"/>
          <p:cNvCxnSpPr/>
          <p:nvPr userDrawn="1"/>
        </p:nvCxnSpPr>
        <p:spPr bwMode="auto">
          <a:xfrm>
            <a:off x="334879" y="800708"/>
            <a:ext cx="115210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2C973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 userDrawn="1"/>
        </p:nvCxnSpPr>
        <p:spPr bwMode="auto">
          <a:xfrm>
            <a:off x="336062" y="6309320"/>
            <a:ext cx="11519877" cy="0"/>
          </a:xfrm>
          <a:prstGeom prst="line">
            <a:avLst/>
          </a:prstGeom>
          <a:solidFill>
            <a:srgbClr val="808080"/>
          </a:solidFill>
          <a:ln w="12700" cap="flat" cmpd="sng" algn="ctr">
            <a:solidFill>
              <a:srgbClr val="2C973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45247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58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pos="3840">
          <p15:clr>
            <a:srgbClr val="FBAE40"/>
          </p15:clr>
        </p15:guide>
        <p15:guide id="7" pos="212">
          <p15:clr>
            <a:srgbClr val="FBAE40"/>
          </p15:clr>
        </p15:guide>
        <p15:guide id="8" pos="7468">
          <p15:clr>
            <a:srgbClr val="FBAE40"/>
          </p15:clr>
        </p15:guide>
        <p15:guide id="10" orient="horz" pos="40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物件 1" hidden="1">
            <a:extLst>
              <a:ext uri="{FF2B5EF4-FFF2-40B4-BE49-F238E27FC236}">
                <a16:creationId xmlns:a16="http://schemas.microsoft.com/office/drawing/2014/main" id="{F6986C56-171D-4D57-886F-06718A8A79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物件 1" hidden="1">
                        <a:extLst>
                          <a:ext uri="{FF2B5EF4-FFF2-40B4-BE49-F238E27FC236}">
                            <a16:creationId xmlns:a16="http://schemas.microsoft.com/office/drawing/2014/main" id="{F6986C56-171D-4D57-886F-06718A8A7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 bwMode="gray">
          <a:xfrm>
            <a:off x="5697190" y="6525368"/>
            <a:ext cx="797620" cy="216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fld id="{35D8DEFF-9838-4C53-ACCA-D2C16569057A}" type="slidenum">
              <a:rPr lang="ko-KR" altLang="en-US" sz="1050">
                <a:solidFill>
                  <a:srgbClr val="FFFFFF">
                    <a:lumMod val="50000"/>
                  </a:srgbClr>
                </a:solidFill>
                <a:latin typeface="맑은 고딕" pitchFamily="50" charset="-127"/>
              </a:rPr>
              <a:pPr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sz="1292" dirty="0">
              <a:solidFill>
                <a:srgbClr val="FFFFFF">
                  <a:lumMod val="50000"/>
                </a:srgbClr>
              </a:solidFill>
              <a:latin typeface="맑은 고딕" pitchFamily="50" charset="-127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5EF671D-8C06-4869-B8E5-B379EA94452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3205" y="6381328"/>
            <a:ext cx="1541216" cy="38376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6526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  <a:ea typeface="맑은 고딕" pitchFamily="50" charset="-127"/>
        </a:defRPr>
      </a:lvl2pPr>
      <a:lvl3pPr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  <a:ea typeface="맑은 고딕" pitchFamily="50" charset="-127"/>
        </a:defRPr>
      </a:lvl3pPr>
      <a:lvl4pPr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  <a:ea typeface="맑은 고딕" pitchFamily="50" charset="-127"/>
        </a:defRPr>
      </a:lvl4pPr>
      <a:lvl5pPr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  <a:ea typeface="맑은 고딕" pitchFamily="50" charset="-127"/>
        </a:defRPr>
      </a:lvl5pPr>
      <a:lvl6pPr marL="562722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</a:defRPr>
      </a:lvl6pPr>
      <a:lvl7pPr marL="1125444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</a:defRPr>
      </a:lvl7pPr>
      <a:lvl8pPr marL="1688165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</a:defRPr>
      </a:lvl8pPr>
      <a:lvl9pPr marL="2250887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692" b="1">
          <a:solidFill>
            <a:srgbClr val="646464"/>
          </a:solidFill>
          <a:latin typeface="Arial" charset="0"/>
        </a:defRPr>
      </a:lvl9pPr>
    </p:titleStyle>
    <p:bodyStyle>
      <a:lvl1pPr marL="443535" indent="-44353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2954">
          <a:solidFill>
            <a:srgbClr val="646464"/>
          </a:solidFill>
          <a:latin typeface="+mn-lt"/>
          <a:ea typeface="+mn-ea"/>
          <a:cs typeface="+mn-cs"/>
        </a:defRPr>
      </a:lvl1pPr>
      <a:lvl2pPr marL="883161" indent="-437672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2462">
          <a:solidFill>
            <a:srgbClr val="646464"/>
          </a:solidFill>
          <a:latin typeface="+mn-lt"/>
          <a:ea typeface="맑은 고딕" pitchFamily="50" charset="-127"/>
        </a:defRPr>
      </a:lvl2pPr>
      <a:lvl3pPr marL="1330603" indent="-445488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>
          <a:solidFill>
            <a:srgbClr val="646464"/>
          </a:solidFill>
          <a:latin typeface="+mn-lt"/>
          <a:ea typeface="맑은 고딕" pitchFamily="50" charset="-127"/>
        </a:defRPr>
      </a:lvl3pPr>
      <a:lvl4pPr marL="1774137" indent="-441580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969">
          <a:solidFill>
            <a:srgbClr val="646464"/>
          </a:solidFill>
          <a:latin typeface="+mn-lt"/>
          <a:ea typeface="맑은 고딕" pitchFamily="50" charset="-127"/>
        </a:defRPr>
      </a:lvl4pPr>
      <a:lvl5pPr marL="2215717" indent="-439627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pitchFamily="34" charset="0"/>
        <a:buChar char="►"/>
        <a:defRPr sz="1969">
          <a:solidFill>
            <a:srgbClr val="646464"/>
          </a:solidFill>
          <a:latin typeface="+mn-lt"/>
          <a:ea typeface="맑은 고딕" pitchFamily="50" charset="-127"/>
        </a:defRPr>
      </a:lvl5pPr>
      <a:lvl6pPr marL="2778439" indent="-439627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969">
          <a:solidFill>
            <a:srgbClr val="646464"/>
          </a:solidFill>
          <a:latin typeface="+mn-lt"/>
        </a:defRPr>
      </a:lvl6pPr>
      <a:lvl7pPr marL="3341160" indent="-439627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969">
          <a:solidFill>
            <a:srgbClr val="646464"/>
          </a:solidFill>
          <a:latin typeface="+mn-lt"/>
        </a:defRPr>
      </a:lvl7pPr>
      <a:lvl8pPr marL="3903882" indent="-439627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969">
          <a:solidFill>
            <a:srgbClr val="646464"/>
          </a:solidFill>
          <a:latin typeface="+mn-lt"/>
        </a:defRPr>
      </a:lvl8pPr>
      <a:lvl9pPr marL="4466604" indent="-439627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969">
          <a:solidFill>
            <a:srgbClr val="646464"/>
          </a:solidFill>
          <a:latin typeface="+mn-lt"/>
        </a:defRPr>
      </a:lvl9pPr>
    </p:bodyStyle>
    <p:otherStyle>
      <a:defPPr>
        <a:defRPr lang="ko-KR"/>
      </a:defPPr>
      <a:lvl1pPr marL="0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44">
            <a:extLst>
              <a:ext uri="{FF2B5EF4-FFF2-40B4-BE49-F238E27FC236}">
                <a16:creationId xmlns:a16="http://schemas.microsoft.com/office/drawing/2014/main" id="{77F08152-4B50-4CD1-8713-8222F20B1A8E}"/>
              </a:ext>
            </a:extLst>
          </p:cNvPr>
          <p:cNvSpPr>
            <a:spLocks noChangeShapeType="1"/>
          </p:cNvSpPr>
          <p:nvPr/>
        </p:nvSpPr>
        <p:spPr bwMode="gray">
          <a:xfrm>
            <a:off x="581578" y="3590104"/>
            <a:ext cx="1124712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lIns="35997" tIns="46797" rIns="35997" bIns="46797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맑은 고딕" panose="020B0503020000020004" pitchFamily="50" charset="-127"/>
            </a:endParaRPr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2A548694-2286-4B5A-8CFA-EAFCEF835276}"/>
              </a:ext>
            </a:extLst>
          </p:cNvPr>
          <p:cNvSpPr txBox="1">
            <a:spLocks/>
          </p:cNvSpPr>
          <p:nvPr/>
        </p:nvSpPr>
        <p:spPr>
          <a:xfrm>
            <a:off x="7724242" y="3660227"/>
            <a:ext cx="4104456" cy="900113"/>
          </a:xfrm>
          <a:prstGeom prst="rect">
            <a:avLst/>
          </a:prstGeom>
        </p:spPr>
        <p:txBody>
          <a:bodyPr/>
          <a:lstStyle>
            <a:lvl1pPr marL="0" indent="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None/>
              <a:defRPr sz="2400">
                <a:ln>
                  <a:noFill/>
                </a:ln>
                <a:solidFill>
                  <a:srgbClr val="646464"/>
                </a:solidFill>
                <a:latin typeface="+mn-lt"/>
                <a:ea typeface="+mn-ea"/>
                <a:cs typeface="+mn-cs"/>
              </a:defRPr>
            </a:lvl1pPr>
            <a:lvl2pPr marL="717550" indent="-355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2000">
                <a:solidFill>
                  <a:srgbClr val="646464"/>
                </a:solidFill>
                <a:latin typeface="+mn-lt"/>
                <a:ea typeface="맑은 고딕" pitchFamily="50" charset="-127"/>
              </a:defRPr>
            </a:lvl2pPr>
            <a:lvl3pPr marL="1081088" indent="-3619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>
                <a:solidFill>
                  <a:srgbClr val="646464"/>
                </a:solidFill>
                <a:latin typeface="+mn-lt"/>
                <a:ea typeface="맑은 고딕" pitchFamily="50" charset="-127"/>
              </a:defRPr>
            </a:lvl3pPr>
            <a:lvl4pPr marL="1441450" indent="-35877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1600">
                <a:solidFill>
                  <a:srgbClr val="646464"/>
                </a:solidFill>
                <a:latin typeface="+mn-lt"/>
                <a:ea typeface="맑은 고딕" pitchFamily="50" charset="-127"/>
              </a:defRPr>
            </a:lvl4pPr>
            <a:lvl5pPr marL="18002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Char char="►"/>
              <a:defRPr sz="1600">
                <a:solidFill>
                  <a:srgbClr val="646464"/>
                </a:solidFill>
                <a:latin typeface="+mn-lt"/>
                <a:ea typeface="맑은 고딕" pitchFamily="50" charset="-127"/>
              </a:defRPr>
            </a:lvl5pPr>
            <a:lvl6pPr marL="22574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6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8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9025" indent="-357188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</a:t>
            </a:r>
            <a:r>
              <a:rPr lang="en-US" altLang="ko-KR" sz="20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08</a:t>
            </a:r>
            <a:r>
              <a:rPr lang="en-US" altLang="ko-KR" sz="2000" kern="0" noProof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.22</a:t>
            </a: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0" cap="none" spc="0" normalizeH="0" baseline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Stan</a:t>
            </a:r>
            <a:r>
              <a:rPr kumimoji="0" lang="en-US" altLang="ko-KR" sz="2000" b="1" i="0" u="none" strike="noStrike" kern="0" cap="none" spc="0" normalizeH="0" dirty="0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Chen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微軟正黑體" panose="020B0604030504040204" pitchFamily="34" charset="-120"/>
              <a:ea typeface="맑은 고딕" panose="020B0503020000020004" pitchFamily="50" charset="-127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3D75F78-1389-4095-9EB3-0D04DBDA55B2}"/>
              </a:ext>
            </a:extLst>
          </p:cNvPr>
          <p:cNvSpPr txBox="1">
            <a:spLocks/>
          </p:cNvSpPr>
          <p:nvPr/>
        </p:nvSpPr>
        <p:spPr>
          <a:xfrm>
            <a:off x="581578" y="2852936"/>
            <a:ext cx="11520577" cy="320441"/>
          </a:xfrm>
          <a:prstGeom prst="rect">
            <a:avLst/>
          </a:prstGeom>
        </p:spPr>
        <p:txBody>
          <a:bodyPr/>
          <a:lstStyle>
            <a:lvl1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  <a:ea typeface="맑은 고딕" pitchFamily="50" charset="-127"/>
              </a:defRPr>
            </a:lvl2pPr>
            <a:lvl3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  <a:ea typeface="맑은 고딕" pitchFamily="50" charset="-127"/>
              </a:defRPr>
            </a:lvl3pPr>
            <a:lvl4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  <a:ea typeface="맑은 고딕" pitchFamily="50" charset="-127"/>
              </a:defRPr>
            </a:lvl4pPr>
            <a:lvl5pPr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  <a:ea typeface="맑은 고딕" pitchFamily="50" charset="-127"/>
              </a:defRPr>
            </a:lvl5pPr>
            <a:lvl6pPr marL="562722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</a:defRPr>
            </a:lvl6pPr>
            <a:lvl7pPr marL="1125444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</a:defRPr>
            </a:lvl7pPr>
            <a:lvl8pPr marL="1688165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</a:defRPr>
            </a:lvl8pPr>
            <a:lvl9pPr marL="2250887" algn="l" rtl="0" eaLnBrk="1" fontAlgn="base" latinLnBrk="1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692" b="1">
                <a:solidFill>
                  <a:srgbClr val="646464"/>
                </a:solidFill>
                <a:latin typeface="Arial" charset="0"/>
              </a:defRPr>
            </a:lvl9pPr>
          </a:lstStyle>
          <a:p>
            <a:r>
              <a:rPr lang="en-US" altLang="zh-TW" sz="3600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407396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35713" y="1232756"/>
            <a:ext cx="115210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0528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63352" y="3248980"/>
            <a:ext cx="11520577" cy="684076"/>
          </a:xfrm>
        </p:spPr>
        <p:txBody>
          <a:bodyPr/>
          <a:lstStyle/>
          <a:p>
            <a:pPr algn="ctr"/>
            <a:r>
              <a:rPr lang="en-US" altLang="zh-TW" dirty="0">
                <a:latin typeface="+mj-ea"/>
                <a:ea typeface="+mj-ea"/>
              </a:rPr>
              <a:t>Thank you</a:t>
            </a:r>
            <a:endParaRPr lang="zh-TW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545852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11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EY">
  <a:themeElements>
    <a:clrScheme name="LINE">
      <a:dk1>
        <a:sysClr val="windowText" lastClr="000000"/>
      </a:dk1>
      <a:lt1>
        <a:sysClr val="window" lastClr="FFFFFF"/>
      </a:lt1>
      <a:dk2>
        <a:srgbClr val="EAEAEA"/>
      </a:dk2>
      <a:lt2>
        <a:srgbClr val="777777"/>
      </a:lt2>
      <a:accent1>
        <a:srgbClr val="2C973E"/>
      </a:accent1>
      <a:accent2>
        <a:srgbClr val="55A839"/>
      </a:accent2>
      <a:accent3>
        <a:srgbClr val="7CCA62"/>
      </a:accent3>
      <a:accent4>
        <a:srgbClr val="C9E7A7"/>
      </a:accent4>
      <a:accent5>
        <a:srgbClr val="FFC000"/>
      </a:accent5>
      <a:accent6>
        <a:srgbClr val="C00000"/>
      </a:accent6>
      <a:hlink>
        <a:srgbClr val="F49100"/>
      </a:hlink>
      <a:folHlink>
        <a:srgbClr val="85DFD0"/>
      </a:folHlink>
    </a:clrScheme>
    <a:fontScheme name="EY IBK Proposal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wrap="square" lIns="36000" tIns="72000" rIns="36000" bIns="36000" rtlCol="0" anchor="t">
        <a:noAutofit/>
      </a:bodyPr>
      <a:lstStyle>
        <a:defPPr marL="309150" indent="-228600">
          <a:spcBef>
            <a:spcPct val="20000"/>
          </a:spcBef>
          <a:buClr>
            <a:schemeClr val="tx1"/>
          </a:buClr>
          <a:buSzPct val="100000"/>
          <a:buAutoNum type="arabicPeriod"/>
          <a:defRPr sz="1200" kern="0" dirty="0" smtClean="0">
            <a:solidFill>
              <a:srgbClr val="000000"/>
            </a:solidFill>
            <a:latin typeface="Arial" panose="020B06040202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gray">
        <a:noFill/>
        <a:ln w="6350">
          <a:noFill/>
          <a:miter lim="800000"/>
          <a:headEnd/>
          <a:tailEnd/>
        </a:ln>
        <a:effectLst/>
      </a:spPr>
      <a:bodyPr wrap="square" lIns="36000" tIns="36000" rIns="36000" bIns="36000" rtlCol="0" anchor="t">
        <a:spAutoFit/>
      </a:bodyPr>
      <a:lstStyle>
        <a:defPPr marL="171450" indent="-171450" algn="l" latinLnBrk="0">
          <a:buClr>
            <a:schemeClr val="tx1"/>
          </a:buClr>
          <a:buSzPct val="100000"/>
          <a:buFontTx/>
          <a:buChar char="-"/>
          <a:defRPr kumimoji="1" sz="1200" kern="0" dirty="0">
            <a:solidFill>
              <a:schemeClr val="tx1">
                <a:lumMod val="95000"/>
                <a:lumOff val="5000"/>
              </a:schemeClr>
            </a:solidFill>
            <a:latin typeface="Arial" panose="020B0604020202020204" pitchFamily="34" charset="0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18f211cb-e08d-4e65-a875-32590ca7bbf7" ContentTypeId="0x01010014A374DEA043E640B2891CD3FD4BCAD703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SC_x0020_Classification xmlns="168e0357-5b39-4600-91c2-bfff6e896513">Low Sensitivity</CSC_x0020_Classification>
    <TaxCatchAll xmlns="168e0357-5b39-4600-91c2-bfff6e896513"/>
    <i197e11bdb404a658e317b56bc78a103 xmlns="168e0357-5b39-4600-91c2-bfff6e896513">
      <Terms xmlns="http://schemas.microsoft.com/office/infopath/2007/PartnerControls"/>
    </i197e11bdb404a658e317b56bc78a103>
    <fc3f48144e5e4e3e8dfe0a9f739f45be xmlns="168e0357-5b39-4600-91c2-bfff6e896513">
      <Terms xmlns="http://schemas.microsoft.com/office/infopath/2007/PartnerControls"/>
    </fc3f48144e5e4e3e8dfe0a9f739f45b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Client Sales" ma:contentTypeID="0x01010014A374DEA043E640B2891CD3FD4BCAD70300A046C9AC4B35F445962BD93C9728E2F5" ma:contentTypeVersion="5" ma:contentTypeDescription="" ma:contentTypeScope="" ma:versionID="1d3834cb5f4cb14d30d45a1f0d8a2350">
  <xsd:schema xmlns:xsd="http://www.w3.org/2001/XMLSchema" xmlns:xs="http://www.w3.org/2001/XMLSchema" xmlns:p="http://schemas.microsoft.com/office/2006/metadata/properties" xmlns:ns2="168e0357-5b39-4600-91c2-bfff6e896513" targetNamespace="http://schemas.microsoft.com/office/2006/metadata/properties" ma:root="true" ma:fieldsID="fa76d9e80e8accfb9af04b44d0dc8570" ns2:_="">
    <xsd:import namespace="168e0357-5b39-4600-91c2-bfff6e896513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CSC_x0020_Classification"/>
                <xsd:element ref="ns2:i197e11bdb404a658e317b56bc78a103" minOccurs="0"/>
                <xsd:element ref="ns2:fc3f48144e5e4e3e8dfe0a9f739f45b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e0357-5b39-4600-91c2-bfff6e896513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2b902c6-a0fd-4c42-bb8f-7be29d9fd3df}" ma:internalName="TaxCatchAll" ma:showField="CatchAllData" ma:web="10851268-ad15-4132-ad63-57d5bd5fb1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52b902c6-a0fd-4c42-bb8f-7be29d9fd3df}" ma:internalName="TaxCatchAllLabel" ma:readOnly="true" ma:showField="CatchAllDataLabel" ma:web="10851268-ad15-4132-ad63-57d5bd5fb1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SC_x0020_Classification" ma:index="10" ma:displayName="CSC Information Classification" ma:default="Low Sensitivity" ma:description="Select the appropriate level of sensitivity for the documents." ma:format="Dropdown" ma:internalName="CSC_x0020_Classification" ma:readOnly="false">
      <xsd:simpleType>
        <xsd:restriction base="dms:Choice">
          <xsd:enumeration value="Low Sensitivity"/>
          <xsd:enumeration value="Medium Sensitivity"/>
          <xsd:enumeration value="High Sensitivity"/>
          <xsd:enumeration value="No Sensitivity"/>
        </xsd:restriction>
      </xsd:simpleType>
    </xsd:element>
    <xsd:element name="i197e11bdb404a658e317b56bc78a103" ma:index="11" nillable="true" ma:taxonomy="true" ma:internalName="i197e11bdb404a658e317b56bc78a103" ma:taxonomyFieldName="Global_x0020_Keywords" ma:displayName="Global Keywords" ma:default="" ma:fieldId="{2197e11b-db40-4a65-8e31-7b56bc78a103}" ma:taxonomyMulti="true" ma:sspId="18f211cb-e08d-4e65-a875-32590ca7bbf7" ma:termSetId="ac03c3be-0c78-4049-8d37-5824bb8dd3e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c3f48144e5e4e3e8dfe0a9f739f45be" ma:index="13" nillable="true" ma:taxonomy="true" ma:internalName="fc3f48144e5e4e3e8dfe0a9f739f45be" ma:taxonomyFieldName="Client_x0020_Sales" ma:displayName="Client Sales DocType" ma:default="" ma:fieldId="{fc3f4814-4e5e-4e3e-8dfe-0a9f739f45be}" ma:sspId="18f211cb-e08d-4e65-a875-32590ca7bbf7" ma:termSetId="bb9152df-29c1-4915-9ef3-1baf65f61995" ma:anchorId="da2cc1f5-7ce8-44aa-9fe3-95254f808c0e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CE6698-0147-4D62-96CC-188EBBB098C7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1E264908-B7A0-4C82-A603-0FC38E635DF3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168e0357-5b39-4600-91c2-bfff6e896513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1F8AF08-8E62-40DC-AA81-D5129ACF5DC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B2AA382-C614-4B03-900C-8A05D83547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e0357-5b39-4600-91c2-bfff6e8965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168452</TotalTime>
  <Words>8</Words>
  <Application>Microsoft Office PowerPoint</Application>
  <PresentationFormat>寬螢幕</PresentationFormat>
  <Paragraphs>6</Paragraphs>
  <Slides>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맑은 고딕</vt:lpstr>
      <vt:lpstr>微軟正黑體</vt:lpstr>
      <vt:lpstr>Arial</vt:lpstr>
      <vt:lpstr>6_EY</vt:lpstr>
      <vt:lpstr>think-cell Slide</vt:lpstr>
      <vt:lpstr>PowerPoint 簡報</vt:lpstr>
      <vt:lpstr>Agenda</vt:lpstr>
      <vt:lpstr>Thank you</vt:lpstr>
    </vt:vector>
  </TitlesOfParts>
  <Company>Ernst &amp; Young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EY</dc:creator>
  <cp:lastModifiedBy>Stan Chen 陳舜昱</cp:lastModifiedBy>
  <cp:revision>9346</cp:revision>
  <cp:lastPrinted>2017-12-17T07:57:47Z</cp:lastPrinted>
  <dcterms:created xsi:type="dcterms:W3CDTF">2013-07-29T02:30:05Z</dcterms:created>
  <dcterms:modified xsi:type="dcterms:W3CDTF">2026-05-29T04:01:28Z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0x01010014A374DEA043E640B2891CD3FD4BCAD70300A046C9AC4B35F445962BD93C9728E2F5</vt:lpwstr>
  </property>
</Properties>
</file>